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5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10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4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9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7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0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7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8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C5B28-38A7-4B4C-948B-678EADCD4707}" type="datetimeFigureOut">
              <a:rPr lang="en-US" smtClean="0"/>
              <a:t>4/13/2017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57EC6-7C52-4BAF-A4F9-57627746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defensedude.wordpres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uccM2xtE5SA" TargetMode="External"/><Relationship Id="rId5" Type="http://schemas.openxmlformats.org/officeDocument/2006/relationships/hyperlink" Target="https://github.com/BloodHoundAD/BloodHound" TargetMode="External"/><Relationship Id="rId4" Type="http://schemas.openxmlformats.org/officeDocument/2006/relationships/hyperlink" Target="https://wald0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524000"/>
            <a:ext cx="3810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" y="727515"/>
            <a:ext cx="12192000" cy="369332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Castellar" panose="020A0402060406010301" pitchFamily="18" charset="0"/>
              </a:rPr>
              <a:t>The Upside-Down </a:t>
            </a:r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W</a:t>
            </a:r>
            <a:r>
              <a:rPr lang="en-US" dirty="0" smtClean="0">
                <a:solidFill>
                  <a:schemeClr val="bg1"/>
                </a:solidFill>
                <a:latin typeface="Castellar" panose="020A0402060406010301" pitchFamily="18" charset="0"/>
              </a:rPr>
              <a:t>orld of Active Directory Auditing</a:t>
            </a:r>
            <a:endParaRPr lang="en-US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0800000">
            <a:off x="0" y="5761153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36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Problem: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819" y="2500515"/>
            <a:ext cx="11802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you might know who domain admins are, you very likely do not know where they are logged in….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49" y="3608256"/>
            <a:ext cx="37719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Problem: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5" y="3176262"/>
            <a:ext cx="2143125" cy="3295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Meanwhile, Red Team needs a way to hunt down privileged users efficiently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8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Solution: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909" y="3033712"/>
            <a:ext cx="2019300" cy="2619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85" y="3033712"/>
            <a:ext cx="2028825" cy="259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590" y="3033712"/>
            <a:ext cx="2009775" cy="2571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946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Solution: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is essentially a suite of multiple tools used in concert to present graphical representations of data that most red team engineers need to find through manual processes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543" y="3636439"/>
            <a:ext cx="55435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6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At a high level, installing and using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involves the following steps: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819" y="2899263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Download and install your database (Neo4j)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4818" y="351400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Download the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powershell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ingestor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component (from GitHub)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4818" y="4128753"/>
            <a:ext cx="11802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powershell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script to import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ingestor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module, get AD data and import into your Neo4j (with credentials to your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48" y="5020497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 the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application to search and beautify results from Neo4j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69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Installing Neo4j…so simple (get community edition from </a:t>
            </a:r>
            <a:r>
              <a:rPr lang="en-US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neo4j.com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523" y="2899263"/>
            <a:ext cx="4072224" cy="342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8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Installing Neo4j…so simple (get community edition from </a:t>
            </a:r>
            <a:r>
              <a:rPr lang="en-US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neo4j.com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89" y="2653850"/>
            <a:ext cx="478221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1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Installing Neo4j…so simple (get community edition from </a:t>
            </a:r>
            <a:r>
              <a:rPr lang="en-US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neo4j.com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89" y="2653850"/>
            <a:ext cx="478221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4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Installing Neo4j…so simple (get community edition from </a:t>
            </a:r>
            <a:r>
              <a:rPr lang="en-US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neo4j.com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186" y="3076696"/>
            <a:ext cx="3781953" cy="2476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799" y="3076696"/>
            <a:ext cx="3781953" cy="247684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513922" y="4628561"/>
            <a:ext cx="3271101" cy="801278"/>
          </a:xfrm>
          <a:prstGeom prst="ellipse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Installing Neo4j…so simple (get community edition from </a:t>
            </a:r>
            <a:r>
              <a:rPr lang="en-US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neo4j.com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142" y="2653850"/>
            <a:ext cx="4641711" cy="379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7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819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Running the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powershell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ingestor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…again super easy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9" y="2653850"/>
            <a:ext cx="5525271" cy="3839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3410" y="2931736"/>
            <a:ext cx="592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Steps here:</a:t>
            </a:r>
          </a:p>
          <a:p>
            <a:r>
              <a:rPr lang="en-US" dirty="0" smtClean="0"/>
              <a:t>Launch PowerShell: </a:t>
            </a:r>
            <a:r>
              <a:rPr lang="en-US" dirty="0" err="1" smtClean="0"/>
              <a:t>powershell</a:t>
            </a:r>
            <a:r>
              <a:rPr lang="en-US" dirty="0" smtClean="0"/>
              <a:t> –version 2 –exec bypass</a:t>
            </a:r>
          </a:p>
        </p:txBody>
      </p:sp>
      <p:sp>
        <p:nvSpPr>
          <p:cNvPr id="7" name="Oval 6"/>
          <p:cNvSpPr/>
          <p:nvPr/>
        </p:nvSpPr>
        <p:spPr>
          <a:xfrm>
            <a:off x="1244338" y="3026004"/>
            <a:ext cx="2262433" cy="2922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93410" y="3486621"/>
            <a:ext cx="5949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Import the module: Import-Module .\powershell-ingestor.ps1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1307182" y="3563722"/>
            <a:ext cx="2454113" cy="2922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52658" y="3784866"/>
            <a:ext cx="2454113" cy="2198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193410" y="3784866"/>
            <a:ext cx="5790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Execute your </a:t>
            </a:r>
            <a:r>
              <a:rPr lang="en-US" dirty="0" err="1" smtClean="0"/>
              <a:t>BloodHound</a:t>
            </a:r>
            <a:r>
              <a:rPr lang="en-US" dirty="0" smtClean="0"/>
              <a:t> script: .\execute-bloodhound.ps1</a:t>
            </a:r>
            <a:endParaRPr lang="en-US" dirty="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6303390" y="5025583"/>
            <a:ext cx="5552388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Get-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BloodHoundData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| Export-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BloodHoundData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-URI http://localhost:7474/ -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UserPass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"neo4j:neo4j"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93410" y="4656251"/>
            <a:ext cx="325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Contents of </a:t>
            </a:r>
            <a:r>
              <a:rPr lang="en-US" dirty="0" err="1" smtClean="0"/>
              <a:t>BloodHound</a:t>
            </a:r>
            <a:r>
              <a:rPr lang="en-US" dirty="0" smtClean="0"/>
              <a:t> Script…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696066" y="4072379"/>
            <a:ext cx="3497344" cy="12148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4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/>
      <p:bldP spid="11" grpId="0" animBg="1"/>
      <p:bldP spid="12" grpId="0" animBg="1"/>
      <p:bldP spid="13" grpId="0"/>
      <p:bldP spid="16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1669773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Install: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1547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Having fun with the data!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2" y="2690793"/>
            <a:ext cx="4782728" cy="37602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222" y="2899263"/>
            <a:ext cx="4600575" cy="3343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32" y="1023442"/>
            <a:ext cx="5506218" cy="4991797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635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953326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132" y="1521217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Having fun with the data!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14" y="1890549"/>
            <a:ext cx="5172330" cy="40820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945" y="2132481"/>
            <a:ext cx="6991546" cy="35981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018" y="1890549"/>
            <a:ext cx="6352586" cy="36819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3840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949674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133" y="1490651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Domain Admin Group Memberships…yeah so what?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66" y="1963679"/>
            <a:ext cx="5653639" cy="361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2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958421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254" y="1508145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How about top 10 users with most sessions?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943" y="1877477"/>
            <a:ext cx="6124979" cy="391277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94688" y="2428740"/>
            <a:ext cx="1168924" cy="1121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977275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974" y="1521217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How about top 10 computers with most sessions?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207" y="1868781"/>
            <a:ext cx="6615172" cy="42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977275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7535" y="1521217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shortest path to DA?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16" y="1890549"/>
            <a:ext cx="6464344" cy="412956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073648" y="2613851"/>
            <a:ext cx="320512" cy="2168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5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3847" y="968687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1547" y="2284518"/>
            <a:ext cx="118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shortest path to DA?</a:t>
            </a:r>
            <a:endParaRPr 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952" y="1933871"/>
            <a:ext cx="6567150" cy="4195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24628" y="2424646"/>
            <a:ext cx="329938" cy="3426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72898" y="4191654"/>
            <a:ext cx="301259" cy="1659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49745" y="4389618"/>
            <a:ext cx="271805" cy="8594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37407" y="4172801"/>
            <a:ext cx="320512" cy="2168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040232" y="4879695"/>
            <a:ext cx="281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A SERVICE ACCOUNT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418063" y="5064361"/>
            <a:ext cx="62216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71" y="1521217"/>
            <a:ext cx="6986711" cy="39524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4622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08697"/>
            <a:ext cx="12192000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astellar" panose="020A0402060406010301" pitchFamily="18" charset="0"/>
              </a:rPr>
              <a:t>The Upside-Down </a:t>
            </a:r>
            <a:r>
              <a:rPr lang="en-US" dirty="0">
                <a:latin typeface="Castellar" panose="020A0402060406010301" pitchFamily="18" charset="0"/>
              </a:rPr>
              <a:t>W</a:t>
            </a:r>
            <a:r>
              <a:rPr lang="en-US" dirty="0" smtClean="0">
                <a:latin typeface="Castellar" panose="020A0402060406010301" pitchFamily="18" charset="0"/>
              </a:rPr>
              <a:t>orld of Active Directory Auditing</a:t>
            </a:r>
            <a:endParaRPr lang="en-US" dirty="0">
              <a:latin typeface="Castellar" panose="020A0402060406010301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0" y="-58309"/>
            <a:ext cx="1112520" cy="1112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3847" y="968687"/>
            <a:ext cx="12192000" cy="369332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ea typeface="Batang" panose="02030600000101010101" pitchFamily="18" charset="-127"/>
                <a:cs typeface="Courier New" panose="02070309020205020404" pitchFamily="49" charset="0"/>
              </a:rPr>
              <a:t>The Use: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ea typeface="Batang" panose="02030600000101010101" pitchFamily="18" charset="-127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6181" y="1595021"/>
            <a:ext cx="113970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Additional Details: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My Twitter: @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thedefensedude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u="sng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My online tutorial for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https://thedefensedude.wordpress.com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Andy’s Site: 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https://wald0.com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BloodHound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Github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https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://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github.com/BloodHoundAD/BloodHound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 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awesome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video on Active Directory Real Defense for DAs by Jason Lang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hlinkClick r:id="rId6"/>
              </a:rPr>
              <a:t>https://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6"/>
              </a:rPr>
              <a:t>youtu.be/uccM2xtE5SA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12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486</Words>
  <Application>Microsoft Office PowerPoint</Application>
  <PresentationFormat>Widescreen</PresentationFormat>
  <Paragraphs>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Batang</vt:lpstr>
      <vt:lpstr>Arial</vt:lpstr>
      <vt:lpstr>Calibri</vt:lpstr>
      <vt:lpstr>Calibri Light</vt:lpstr>
      <vt:lpstr>Castellar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Lockie</dc:creator>
  <cp:lastModifiedBy>John Lockie</cp:lastModifiedBy>
  <cp:revision>18</cp:revision>
  <dcterms:created xsi:type="dcterms:W3CDTF">2017-04-13T06:19:02Z</dcterms:created>
  <dcterms:modified xsi:type="dcterms:W3CDTF">2017-04-13T19:08:56Z</dcterms:modified>
</cp:coreProperties>
</file>